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321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0F172A"/>
                </a:solidFill>
                <a:latin typeface="Calibri"/>
              </a:rPr>
              <a:t>RideBuddy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563EB"/>
                </a:solidFill>
                <a:latin typeface="Calibri"/>
              </a:rPr>
              <a:t>Microservices Ridesharing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10128"/>
            <a:ext cx="8229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493008"/>
            <a:ext cx="8046720" cy="2148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30168"/>
            <a:ext cx="7589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Autori</a:t>
            </a:r>
          </a:p>
          <a:p>
            <a:pPr algn="l"/>
            <a:r>
              <a:rPr sz="3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Marija Markovic  ·  Marko Savic  ·  Dragana Zdravkovic</a:t>
            </a:r>
          </a:p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700" b="0" i="0">
                <a:solidFill>
                  <a:srgbClr val="2563EB"/>
                </a:solidFill>
                <a:latin typeface="Calibri"/>
              </a:rPr>
              <a:t>Razvoj softvera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57200"/>
            <a:ext cx="288036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Tech Stack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ASP.NET Core 8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Angular 18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PostGIS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RabbitMQ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gRPC / Protobuf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SignalR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Docker Compose</a:t>
            </a:r>
          </a:p>
          <a:p>
            <a:pPr algn="l"/>
            <a:r>
              <a:rPr sz="4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Ocelot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Arhitektura Sistema</a:t>
            </a:r>
          </a:p>
        </p:txBody>
      </p:sp>
      <p:pic>
        <p:nvPicPr>
          <p:cNvPr id="5" name="Picture 4" descr="system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076" y="877823"/>
            <a:ext cx="5308007" cy="57424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28431" y="877824"/>
            <a:ext cx="36576" cy="5742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960120"/>
            <a:ext cx="3749039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Kljucne komponente: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Angular 18 SPA → Ocelot Gateway (:5000)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4 mikroservisa (.NET 8): User, Ride, Booking, Notification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PostgreSQL po servisu (Database per Service)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Komunikacija: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gRPC — sinhrona (HTTP/2 + Protobuf)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RabbitMQ — asinhrona (Outbox Pattern)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SignalR — WebSocket push ka klijentu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Kljucne Dizajn Odluke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3749039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96926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Clean Architecture + DDD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335024"/>
            <a:ext cx="3529583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4 sloja: Domain, Application, Infrastructure, API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Zavisnosti uvek ka unutra (Dependency Rule)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AggregateRoot: Id + Version + DomainEvents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ValueObject: strukturalna jednakost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Repository Pattern + Factory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14400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914400"/>
            <a:ext cx="3749039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96926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CQRS + MediatR + Outbox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335024"/>
            <a:ext cx="3529583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Commands (pisanje) i Queries (citanje)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MediatR: Logging → Validation → Handler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Outbox: atomicno pisanje, retry do 5x svakih 10s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At-least-once garantija isporuke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BackgroundService za obradu outbox redova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14400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14400"/>
            <a:ext cx="3749039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96926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Auth + Logging +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335024"/>
            <a:ext cx="3529583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JWT HS256 — jedino User Svc izdaje token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Shared secret key — svi servisi validiraju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Serilog: named placeholders, structured log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Docker Compose + .env + auto-migrate EF Core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•  Health check /health na svakom servisu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Booking Service</a:t>
            </a:r>
          </a:p>
        </p:txBody>
      </p:sp>
      <p:pic>
        <p:nvPicPr>
          <p:cNvPr id="5" name="Picture 4" descr="booking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134870"/>
            <a:ext cx="7223759" cy="12283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71231" y="877824"/>
            <a:ext cx="36576" cy="5742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960120"/>
            <a:ext cx="4206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Domain: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BookingEntity: Pending → Confirmed/Rejected → Completed/Cancelled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Private constructor + Create() factory method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Saga: 7 koraka sa kompenzacijom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Saga kompenzacija: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ReserveSeats (gRPC → Ride Svc)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Greska → Rollback + ReleaseSeats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Infrastruktura: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Result&lt;T&gt; umesto exception-a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MediatR pipeline: Log → Validate → Handle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Outbox → RabbitMQ (5 tipova evenata)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Notification Service</a:t>
            </a:r>
          </a:p>
        </p:txBody>
      </p:sp>
      <p:pic>
        <p:nvPicPr>
          <p:cNvPr id="5" name="Picture 4" descr="notification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29005"/>
            <a:ext cx="7223760" cy="32400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71231" y="877824"/>
            <a:ext cx="36576" cy="5742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960120"/>
            <a:ext cx="4206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Konzumiranje evenata: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BackgroundService konzumira booking.# (sve events)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prefetchCount=1, manual ack/nack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IServiceScopeFactory (scoped dep. u singletonu)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Kanali: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Inicijalna strana → samo email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Druga strana → DB + SignalR + email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MailKit STARTTLS (umesto System.Net.Mail)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gRPC → UserService za ime i email</a:t>
            </a:r>
          </a:p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SignalR: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Grupe user-{userId}, JWT via ?access_token=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User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1175004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2" y="868680"/>
            <a:ext cx="36576" cy="5760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Autentifikacija i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ASP.NET Core Identity — bcrypt, jedinstven email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Jedini servis koji izdaje JWT tokene (HS256)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Claims: sub, email, role — svi servisi validiraju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UserEntity (AR): Email, FirstName, LastName, Role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Value Objects: Email, PhoneNumber, UserId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Domain Events: UserRegisteredEvent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gRPC Server i Infrastruktura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gRPC server (:50051): ValidateUser, GetUserInfo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Pozivaju ga: Booking, Notification, Ride servis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.proto → auto-generisani klijentski kod (Grpc.Tools)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REST: POST /register, POST /login, GET/PUT /users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PostgreSQL 5435 + Identity tablice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Outbox → ridebuddy.events (user.*)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Ride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1175004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2" y="868680"/>
            <a:ext cx="36576" cy="5760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Domain i Geospatijalni podaci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RideEntity: Scheduled → InProgress → Completed/Cancelled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AutoConfirmBookings flag (vozac bira rezim)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Value Objects: Location (lat/lon), Money, SeatsCount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PostGIS ekstenzija za geospatijalne upite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NetTopologySuite — LINQ nad prostornim kolonama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PostgreSQL + PostGIS (port 5433)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Calibri"/>
              </a:rPr>
              <a:t>gRPC Server i Komunikacija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gRPC server (:50052): GetRideInfo, CheckAvailability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ReserveSeats / ReleaseSeats (poziva Booking Svc)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gRPC klijent → UserService (ValidateDriver)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RideCancelledEvent → Booking Svc otkazuje rezervacije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REST: CRUD voznji + paginisana pretraga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Concurrency token: Version property na entitetu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Frontend — Angular 18 SPA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11750040" cy="5760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2" y="868680"/>
            <a:ext cx="36576" cy="5760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Arhitektura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SPA: jedno HTML ucitavanje, klijent-side routing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TypeScript + RxJS (reaktivno programiranje)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HTTP interceptori: auto-inject JWT na svaki poziv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Moduli: Auth, Ride, Booking, Notification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Passenger i Driver pogledi razdvojeni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Angular DI sistem (slicno .NET-u)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960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Real-time i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44168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SignalR: konekcija na /hubs/notifications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JWT via ?access_token= (WS ne podrzava headere)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Slusa ReceiveNotification → azurira badge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NotificationType enum zrcali backend (0–4)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BehaviorSubject: broadcast stanja svim pretpl.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Observables za asinhrono ucitavanje podataka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Srecan Tok — Kreiranje Rezervacije</a:t>
            </a:r>
          </a:p>
        </p:txBody>
      </p:sp>
      <p:pic>
        <p:nvPicPr>
          <p:cNvPr id="5" name="Picture 4" descr="happyFlowSequenc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642" y="877824"/>
            <a:ext cx="5924954" cy="57424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68512" y="877824"/>
            <a:ext cx="36576" cy="5742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005840"/>
            <a:ext cx="3154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Tok: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Angular → Ocelot → Booking Svc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Booking Svc izvrsava sagu (7 koraka)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Outbox → RabbitMQ → Notification Svc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NS salje email + SignalR push</a:t>
            </a:r>
          </a:p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Kljucni koraci sage:</a:t>
            </a:r>
          </a:p>
          <a:p>
            <a:pPr algn="l"/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ValidateUser (gRPC → US)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GetRideInfo (gRPC → RS)</a:t>
            </a:r>
          </a:p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•  ReserveSeats (gRPC → 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889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2563EB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F172A"/>
                </a:solidFill>
                <a:latin typeface="Calibri"/>
              </a:rPr>
              <a:t>Pitanja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Hvala na paznji!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Marija Markovic  ·  Marko Savic  ·  Dragana Zdravkovic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